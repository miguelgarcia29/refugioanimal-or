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F023FF89-FF68-44A6-9FB7-D6CCD519B3F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CA36215-1DEB-4529-8A0C-05ACEF313B8E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56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9660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1755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4759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4626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5633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60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0131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9143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0733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05958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7058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5830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1808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51278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0837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215-1DEB-4529-8A0C-05ACEF313B8E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250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36215-1DEB-4529-8A0C-05ACEF313B8E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CD654-9BE9-4EED-8528-C2F957E232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27151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32A849-F3AE-A59A-0B9F-21AC13616A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Proyecto perrera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223BB5-77C6-61AD-9A20-E4696A3E57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Trabajo </a:t>
            </a:r>
            <a:r>
              <a:rPr lang="es-ES" dirty="0" err="1"/>
              <a:t>tabd</a:t>
            </a:r>
            <a:endParaRPr lang="es-ES" dirty="0"/>
          </a:p>
          <a:p>
            <a:endParaRPr lang="es-ES" dirty="0"/>
          </a:p>
          <a:p>
            <a:r>
              <a:rPr lang="es-ES" dirty="0"/>
              <a:t>Jesús miguel García </a:t>
            </a:r>
            <a:r>
              <a:rPr lang="es-ES" dirty="0" err="1"/>
              <a:t>bernal</a:t>
            </a:r>
            <a:br>
              <a:rPr lang="es-ES" dirty="0"/>
            </a:br>
            <a:r>
              <a:rPr lang="es-ES" dirty="0"/>
              <a:t>Jacobo caro luna</a:t>
            </a:r>
          </a:p>
        </p:txBody>
      </p:sp>
    </p:spTree>
    <p:extLst>
      <p:ext uri="{BB962C8B-B14F-4D97-AF65-F5344CB8AC3E}">
        <p14:creationId xmlns:p14="http://schemas.microsoft.com/office/powerpoint/2010/main" val="633740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CE50D4-08DC-7876-FA1F-0A233B89D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introd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D68BE1-1318-E54B-DC2B-FCAB677FD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5345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74DFB0-F375-244D-AD5D-D27FDC139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E97AFD-B1D0-6A79-579B-B32B5A9CC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El sistema gestiona un </a:t>
            </a:r>
            <a:r>
              <a:rPr lang="es-ES" b="1" dirty="0"/>
              <a:t>Refugio de Animales </a:t>
            </a:r>
            <a:r>
              <a:rPr lang="es-ES" dirty="0" err="1"/>
              <a:t>multiespecie</a:t>
            </a:r>
            <a:r>
              <a:rPr lang="es-ES" dirty="0"/>
              <a:t> (perros, gatos o lo que necesite el refugio) cuya misión es la acogida, el cuidado sanitario y la búsqueda de un nuevo hogar para animales en situación de abandono. </a:t>
            </a:r>
          </a:p>
          <a:p>
            <a:pPr lvl="1"/>
            <a:r>
              <a:rPr lang="es-ES" dirty="0"/>
              <a:t>Bienestar Animal y Salud </a:t>
            </a:r>
          </a:p>
          <a:p>
            <a:pPr lvl="1"/>
            <a:r>
              <a:rPr lang="es-ES" dirty="0"/>
              <a:t>Gestión Flexible de Adopciones </a:t>
            </a:r>
          </a:p>
          <a:p>
            <a:pPr lvl="1"/>
            <a:r>
              <a:rPr lang="es-ES" dirty="0"/>
              <a:t>Sostenibilidad mediante Socios</a:t>
            </a:r>
          </a:p>
          <a:p>
            <a:endParaRPr lang="es-ES" dirty="0"/>
          </a:p>
          <a:p>
            <a:pPr lvl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23612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E63199-3F31-8B9F-E317-F4D05252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Requisitos funcionales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EA6E17-2D6A-8E3F-4104-DE1CB1A9F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Bloque A: Gestión de Animales y Catálogo </a:t>
            </a:r>
          </a:p>
          <a:p>
            <a:r>
              <a:rPr lang="es-ES" b="1" dirty="0"/>
              <a:t>Bloque B: Control Sanitario y Vacunación </a:t>
            </a:r>
          </a:p>
          <a:p>
            <a:r>
              <a:rPr lang="es-ES" b="1" dirty="0"/>
              <a:t>Bloque C: Proceso de Adopción </a:t>
            </a:r>
          </a:p>
          <a:p>
            <a:r>
              <a:rPr lang="es-ES" b="1" dirty="0"/>
              <a:t>Bloque D: Gestión de Socios y Economía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79673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F14648-FBA3-C0F0-C86B-28EBF35F2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Animales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4FBAAC1-18B4-E20D-1B68-9DD9583E0C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2292" y="1665761"/>
            <a:ext cx="8967416" cy="467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27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A2619-C5C2-25E3-E0ED-BF5EDC2D1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CE6E4211-E920-65FD-D9A6-D32F690718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47967" y="454078"/>
            <a:ext cx="3872545" cy="405939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02F357F-71D5-CE79-AF22-C79C1B06E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68" y="362992"/>
            <a:ext cx="3749806" cy="439792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E3F3D0D-793C-E9A8-B630-17BFD5F05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305" y="518792"/>
            <a:ext cx="3643923" cy="387250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704991E-E617-64DE-BBE6-E175FC1A21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137" y="4646827"/>
            <a:ext cx="3044258" cy="177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472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B14FED-5B2C-DCE8-8F62-032FC2224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Socios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A3C617-55E1-3942-52C4-DF499F6D5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044CE8A-5D0E-8C3E-778D-3195288BE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667" y="2011205"/>
            <a:ext cx="8095488" cy="422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134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5DB3B3-5FDE-0801-C8DC-6E667FB44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15" name="Marcador de contenido 14">
            <a:extLst>
              <a:ext uri="{FF2B5EF4-FFF2-40B4-BE49-F238E27FC236}">
                <a16:creationId xmlns:a16="http://schemas.microsoft.com/office/drawing/2014/main" id="{A19D84BC-743A-BD08-19D7-52380BCEBF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924" y="444368"/>
            <a:ext cx="2607579" cy="354171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E046C2B-527E-E912-95A7-2A2820826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723" y="378175"/>
            <a:ext cx="2833380" cy="390997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7D4926B-5CBE-495A-E26F-BE5678E79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542" y="4542485"/>
            <a:ext cx="2392287" cy="167132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CF68AD0-E847-0FC5-4BDB-6737BF3EB7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022" y="1518530"/>
            <a:ext cx="2755145" cy="382094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12717CC-E59E-436C-14AA-2FFFDC3F8F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9833" y="1262656"/>
            <a:ext cx="3010459" cy="422246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49BF86C-7521-908B-12F1-710313B909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6312" y="4650773"/>
            <a:ext cx="1899406" cy="145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987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8D568A-2A06-F564-F44A-BBA9E30A3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Adopción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E9B6C2-2360-8C97-18A3-6051C8F04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D142AD-370B-E70C-99E3-35687A785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972" y="1717673"/>
            <a:ext cx="8434056" cy="439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252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59336D-6942-ABA0-973A-E880491FF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686A20-BE37-6D42-7168-DAF0FC6F9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1AF2F3F-DD5E-14B7-13DD-FACA18B06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673" y="2128656"/>
            <a:ext cx="3734321" cy="260068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EF2FD4B-B83A-5C65-301B-E7181840D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911" y="793555"/>
            <a:ext cx="4980416" cy="527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032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11B583-542D-FC5A-B765-18F787378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vacunación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F9A4F7-203B-73A2-2EBB-B99BC92A8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F1F17A5-2041-119A-549B-645BE91E5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973" y="1844433"/>
            <a:ext cx="8366876" cy="435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044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7043A5-90B3-688F-AF4E-E81B609C0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9F166B-C962-58FE-D24B-4F89E6D58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7EE73D4-E3D5-F2C7-CC80-923F1A12D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8619" y="2674956"/>
            <a:ext cx="3762423" cy="395536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6EE8ACA-3B5F-B873-8FAB-93BBE58D9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04" y="442139"/>
            <a:ext cx="7397680" cy="384574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781AE72-F527-3A43-139A-18AF976E9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2853" y="463757"/>
            <a:ext cx="3938189" cy="214439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7DBC061-52F0-C028-27DE-3628DD9984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6062" y="3263893"/>
            <a:ext cx="2397366" cy="336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9718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45</TotalTime>
  <Words>102</Words>
  <Application>Microsoft Office PowerPoint</Application>
  <PresentationFormat>Panorámica</PresentationFormat>
  <Paragraphs>19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Tw Cen MT</vt:lpstr>
      <vt:lpstr>Circuito</vt:lpstr>
      <vt:lpstr>Proyecto perrera</vt:lpstr>
      <vt:lpstr>introd</vt:lpstr>
      <vt:lpstr>introducción</vt:lpstr>
      <vt:lpstr>Requisitos funcionales</vt:lpstr>
      <vt:lpstr>Animales</vt:lpstr>
      <vt:lpstr>Presentación de PowerPoint</vt:lpstr>
      <vt:lpstr>Socios</vt:lpstr>
      <vt:lpstr>Presentación de PowerPoint</vt:lpstr>
      <vt:lpstr>Adopción</vt:lpstr>
      <vt:lpstr>Presentación de PowerPoint</vt:lpstr>
      <vt:lpstr>vacunación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Jesús Miguel García Bernal</dc:creator>
  <cp:lastModifiedBy>Jesús Miguel García Bernal</cp:lastModifiedBy>
  <cp:revision>1</cp:revision>
  <dcterms:created xsi:type="dcterms:W3CDTF">2026-05-12T11:26:18Z</dcterms:created>
  <dcterms:modified xsi:type="dcterms:W3CDTF">2026-05-12T12:11:18Z</dcterms:modified>
</cp:coreProperties>
</file>